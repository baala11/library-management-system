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3284890-85D2-4D7B-8EF5-15A9C1DB8F42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696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388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630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352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644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179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320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53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404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780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39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021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097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028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279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352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008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664C608-40B1-4030-A28D-5B74BC98ADCE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98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  <p:sldLayoutId id="2147483994" r:id="rId17"/>
  </p:sldLayoutIdLst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kitchen-interior-interior-design-domestic-room-indoors-wallpaper-svmww/download/1366x768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4E97CEE-69A5-9A3C-4383-70EA47B9C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093741" y="1839350"/>
            <a:ext cx="8004517" cy="32777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A39DD2-3EDC-D127-37CB-C48D8B561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046" y="815926"/>
            <a:ext cx="9450492" cy="801859"/>
          </a:xfrm>
        </p:spPr>
        <p:txBody>
          <a:bodyPr>
            <a:normAutofit/>
          </a:bodyPr>
          <a:lstStyle/>
          <a:p>
            <a:r>
              <a:rPr lang="en-IN" sz="4400" b="1" dirty="0"/>
              <a:t>LIBRARY MANAGEMENT SYSTEM</a:t>
            </a:r>
            <a:endParaRPr lang="en-US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FCBF9-86A7-BD0E-AFCE-76ECF8C7C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09285" y="5338688"/>
            <a:ext cx="2878111" cy="942191"/>
          </a:xfrm>
        </p:spPr>
        <p:txBody>
          <a:bodyPr>
            <a:noAutofit/>
          </a:bodyPr>
          <a:lstStyle/>
          <a:p>
            <a:r>
              <a:rPr lang="en-IN" dirty="0"/>
              <a:t>NAME: C.S. </a:t>
            </a:r>
            <a:r>
              <a:rPr lang="en-IN" dirty="0" err="1"/>
              <a:t>Baala</a:t>
            </a:r>
            <a:r>
              <a:rPr lang="en-IN" dirty="0"/>
              <a:t> Murugu</a:t>
            </a:r>
          </a:p>
          <a:p>
            <a:r>
              <a:rPr lang="en-IN" dirty="0"/>
              <a:t>DATE: 12/09/2024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660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E2B9B-3543-F133-B422-F57F5A47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en-US" dirty="0"/>
              <a:t>Aim of the Project: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03DFC-C13C-0BF6-6710-B07ACC9F1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Automate library operations such as book management, borrowing, and returning.</a:t>
            </a:r>
          </a:p>
          <a:p>
            <a:endParaRPr lang="en-US" dirty="0"/>
          </a:p>
          <a:p>
            <a:r>
              <a:rPr lang="en-US" dirty="0"/>
              <a:t>Improve library efficiency and accuracy.</a:t>
            </a:r>
          </a:p>
          <a:p>
            <a:endParaRPr lang="en-US" dirty="0"/>
          </a:p>
          <a:p>
            <a:r>
              <a:rPr lang="en-US" dirty="0"/>
              <a:t>Provide real-time updates on book availability and streamline user experience.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964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87FE-7630-6750-6E1D-E624B25CE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dirty="0"/>
              <a:t>Business Problem or Problem Statement: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EB55E53-18D4-6802-C094-63DFAEA13C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556932"/>
            <a:ext cx="9601196" cy="3318936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 dirty="0"/>
          </a:p>
          <a:p>
            <a:pPr lvl="0"/>
            <a:r>
              <a:rPr lang="en-US" altLang="en-US" dirty="0"/>
              <a:t>Traditional libraries face inefficiencies in managing book inventories, member records, and transactions.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Manual systems are prone to errors, delays, and lack real-time data.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The need for a system that automates processes to improve accuracy and ease. </a:t>
            </a:r>
          </a:p>
        </p:txBody>
      </p:sp>
    </p:spTree>
    <p:extLst>
      <p:ext uri="{BB962C8B-B14F-4D97-AF65-F5344CB8AC3E}">
        <p14:creationId xmlns:p14="http://schemas.microsoft.com/office/powerpoint/2010/main" val="1973722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C90B-116A-43E6-84B2-79CF07920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280159"/>
            <a:ext cx="9601200" cy="1153551"/>
          </a:xfrm>
        </p:spPr>
        <p:txBody>
          <a:bodyPr>
            <a:normAutofit/>
          </a:bodyPr>
          <a:lstStyle/>
          <a:p>
            <a:r>
              <a:rPr lang="en-US" dirty="0"/>
              <a:t>Project Description: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7EF493-47A6-EAC8-351D-5E5E4A2FC3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0" y="2651356"/>
            <a:ext cx="9601200" cy="3130088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Scope: Managing books, members, and transactions in the library.</a:t>
            </a:r>
          </a:p>
          <a:p>
            <a:pPr lvl="0"/>
            <a:r>
              <a:rPr lang="en-US" altLang="en-US" dirty="0"/>
              <a:t>Objectives: Automate library management, improve efficiency, and enhance user experience.</a:t>
            </a:r>
          </a:p>
          <a:p>
            <a:pPr lvl="0"/>
            <a:r>
              <a:rPr lang="en-US" altLang="en-US" dirty="0"/>
              <a:t>Technologies: Python, Object-Oriented Programming (OOP), error handling, CSV/database storage.</a:t>
            </a:r>
          </a:p>
          <a:p>
            <a:pPr lvl="0"/>
            <a:r>
              <a:rPr lang="en-US" altLang="en-US" dirty="0"/>
              <a:t>Key Features: Book management, member management, transaction tracking, real-time reporting. </a:t>
            </a:r>
          </a:p>
        </p:txBody>
      </p:sp>
    </p:spTree>
    <p:extLst>
      <p:ext uri="{BB962C8B-B14F-4D97-AF65-F5344CB8AC3E}">
        <p14:creationId xmlns:p14="http://schemas.microsoft.com/office/powerpoint/2010/main" val="1539187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A1F71-5A1A-5705-EA84-EFB50B731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en-US" dirty="0"/>
              <a:t>Functionalities: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37008E-7DAA-900B-1B76-329EDA32B8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556932"/>
            <a:ext cx="9601196" cy="3318936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Book Management: Add, remove, and update book details such as title, author, ISBN, and availability.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Member Management: Register members, track borrowing history, and manage member records.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Borrow and Return: Issue books and track their availability in real time. </a:t>
            </a:r>
          </a:p>
        </p:txBody>
      </p:sp>
    </p:spTree>
    <p:extLst>
      <p:ext uri="{BB962C8B-B14F-4D97-AF65-F5344CB8AC3E}">
        <p14:creationId xmlns:p14="http://schemas.microsoft.com/office/powerpoint/2010/main" val="2756415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4E533-8EAC-ADDC-9D5A-47B96C61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en-US" dirty="0"/>
              <a:t>Additional Functionalities: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4D90F8-0969-6816-C9FA-045EB4D66C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556932"/>
            <a:ext cx="9601196" cy="3318936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Inventory Tracking: Real-time tracking of available and borrowed books.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Reporting: Generate reports on overdue items, borrowing trends.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Notifications: Automated reminders for overdue books. </a:t>
            </a:r>
          </a:p>
        </p:txBody>
      </p:sp>
    </p:spTree>
    <p:extLst>
      <p:ext uri="{BB962C8B-B14F-4D97-AF65-F5344CB8AC3E}">
        <p14:creationId xmlns:p14="http://schemas.microsoft.com/office/powerpoint/2010/main" val="3233535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2DF4-51E3-D526-2441-B4F7D8B4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dirty="0"/>
              <a:t>Input Versatility with Error Handling and Exception Handling: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D97066-E8E9-4617-FA8C-A7422E29F5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556932"/>
            <a:ext cx="9601196" cy="3318936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 dirty="0"/>
          </a:p>
          <a:p>
            <a:pPr lvl="0"/>
            <a:r>
              <a:rPr lang="en-US" altLang="en-US" dirty="0"/>
              <a:t>Handles various input types (book titles, member info) with validation.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Errors flagged before processing (e.g., invalid book ID, already borrowed book).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Exception handling ensures system stability and prevents crashes. </a:t>
            </a:r>
          </a:p>
        </p:txBody>
      </p:sp>
    </p:spTree>
    <p:extLst>
      <p:ext uri="{BB962C8B-B14F-4D97-AF65-F5344CB8AC3E}">
        <p14:creationId xmlns:p14="http://schemas.microsoft.com/office/powerpoint/2010/main" val="4159483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DD219-E244-13C7-972F-0FB17CD7B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en-US" dirty="0"/>
              <a:t>Code Implementation: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7A9D40-6DEC-1742-3D08-E514371855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556932"/>
            <a:ext cx="9601196" cy="3318936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OOP Principles: Classes (Book, Member, Library) used for modularity and reusability.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Data Structures: Lists and dictionaries for storing book and member data.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Key Algorithms: Borrowing/returning logic, inventory management, and reporting. </a:t>
            </a:r>
          </a:p>
        </p:txBody>
      </p:sp>
    </p:spTree>
    <p:extLst>
      <p:ext uri="{BB962C8B-B14F-4D97-AF65-F5344CB8AC3E}">
        <p14:creationId xmlns:p14="http://schemas.microsoft.com/office/powerpoint/2010/main" val="1097730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BBD4-22B3-E189-64B4-1C4D59EF3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en-US" dirty="0"/>
              <a:t>Results and Outcomes: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477D5D-1C9E-DA74-685A-1374263C2F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556932"/>
            <a:ext cx="9601196" cy="3318936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 dirty="0"/>
          </a:p>
          <a:p>
            <a:pPr lvl="0"/>
            <a:r>
              <a:rPr lang="en-US" altLang="en-US" dirty="0"/>
              <a:t>Improved library operations with real-time updates on book availability.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Accurate member tracking and transaction records.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Reduced manual workload, increased efficiency and user satisfaction. </a:t>
            </a:r>
          </a:p>
        </p:txBody>
      </p:sp>
    </p:spTree>
    <p:extLst>
      <p:ext uri="{BB962C8B-B14F-4D97-AF65-F5344CB8AC3E}">
        <p14:creationId xmlns:p14="http://schemas.microsoft.com/office/powerpoint/2010/main" val="1070481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3878-3465-DC7D-47E9-618E6F107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E3E1C2-E7E9-C56D-6E00-5445522D05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556932"/>
            <a:ext cx="9601196" cy="3318936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 dirty="0"/>
          </a:p>
          <a:p>
            <a:pPr lvl="0"/>
            <a:r>
              <a:rPr lang="en-US" altLang="en-US" dirty="0"/>
              <a:t>The system automates key library processes, reduces errors, and enhances efficiency.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Potential future improvements: Multi-library integration, advanced notifications for overdue books.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/>
              <a:t>Thank you for your attention! </a:t>
            </a:r>
          </a:p>
        </p:txBody>
      </p:sp>
    </p:spTree>
    <p:extLst>
      <p:ext uri="{BB962C8B-B14F-4D97-AF65-F5344CB8AC3E}">
        <p14:creationId xmlns:p14="http://schemas.microsoft.com/office/powerpoint/2010/main" val="1041021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93</TotalTime>
  <Words>408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LIBRARY MANAGEMENT SYSTEM</vt:lpstr>
      <vt:lpstr>Aim of the Project:</vt:lpstr>
      <vt:lpstr>Business Problem or Problem Statement:</vt:lpstr>
      <vt:lpstr>Project Description:</vt:lpstr>
      <vt:lpstr>Functionalities:</vt:lpstr>
      <vt:lpstr>Additional Functionalities:</vt:lpstr>
      <vt:lpstr>Input Versatility with Error Handling and Exception Handling:</vt:lpstr>
      <vt:lpstr>Code Implementation:</vt:lpstr>
      <vt:lpstr>Results and Outcomes: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ELCOT</dc:creator>
  <cp:lastModifiedBy>ELCOT</cp:lastModifiedBy>
  <cp:revision>4</cp:revision>
  <dcterms:created xsi:type="dcterms:W3CDTF">2024-09-12T04:48:19Z</dcterms:created>
  <dcterms:modified xsi:type="dcterms:W3CDTF">2024-09-12T06:27:52Z</dcterms:modified>
</cp:coreProperties>
</file>